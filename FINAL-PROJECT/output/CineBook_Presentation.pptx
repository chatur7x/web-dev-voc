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  <a:latin typeface="Segoe UI"/>
              </a:defRPr>
            </a:pPr>
            <a:r>
              <a:t>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CineBook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C8C8"/>
                </a:solidFill>
                <a:latin typeface="Segoe UI"/>
              </a:defRPr>
            </a:pPr>
            <a:r>
              <a:t>Movie Ticket Booking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389120"/>
            <a:ext cx="30175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6464"/>
                </a:solidFill>
                <a:latin typeface="Segoe UI"/>
              </a:defRPr>
            </a:pPr>
            <a:r>
              <a:t>A Pure Frontend React Single-Page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  <a:latin typeface="Segoe UI"/>
              </a:defRPr>
            </a:pPr>
            <a:r>
              <a:t>No Build Tools  ·  No npm  ·  No Server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6464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C8"/>
                </a:solidFill>
                <a:latin typeface="Segoe UI"/>
              </a:defRPr>
            </a:pPr>
            <a:r>
              <a:t>Build a fully functional movie ticket booking website</a:t>
            </a:r>
            <a:br/>
            <a:r>
              <a:t>that works entirely in the browser — no installation,</a:t>
            </a:r>
            <a:br/>
            <a:r>
              <a:t>no server, no build tools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Create a responsive React SPA using only CDN scripts</a:t>
            </a:r>
          </a:p>
          <a:p>
            <a:pPr>
              <a:spcAft>
                <a:spcPts val="8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Implement hash-based routing without external libraries</a:t>
            </a:r>
          </a:p>
          <a:p>
            <a:pPr>
              <a:spcAft>
                <a:spcPts val="8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Provide real-time seat selection and booking summary</a:t>
            </a:r>
          </a:p>
          <a:p>
            <a:pPr>
              <a:spcAft>
                <a:spcPts val="8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Generate a complete booking workflow from browse to confirm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6464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Frontend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React 18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ReactDOM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JavaScript (ES5)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HTML5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CSS3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Tools &amp; Libraries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Hash-based Router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React Context API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Selenium (screenshots)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python-docx (report)</a:t>
            </a:r>
          </a:p>
          <a:p>
            <a:pPr>
              <a:spcAft>
                <a:spcPts val="1000"/>
              </a:spcAft>
              <a:defRPr sz="1800">
                <a:solidFill>
                  <a:srgbClr val="C8C8C8"/>
                </a:solidFill>
                <a:latin typeface="Segoe UI"/>
              </a:defRPr>
            </a:pPr>
            <a:r>
              <a:t>python-pptx (slides)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286000"/>
            <a:ext cx="18288" cy="3657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6464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10 Indian movies with posters, ratings, and descriptions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Search bar + genre filter for browsing movies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Interactive seat map: 7 rows x 12 seats, 15 pre-booked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Real-time price breakdown: subtotal, tax, and total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Hash-based routing: #/, #/movie/:id, #/booking, etc.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Responsive design: mobile, tablet, and desktop layouts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Booking history page with past confirmed bookings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All movie posters sourced from Wikipedia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Zero external runtime dependencies beyond React CDN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Works on file:// protocol — open index.html directly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6464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I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Building a complete SPA with vanilla React (React.createElement)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Hash-based routing pattern without react-router-dom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Managing global application state with React Context API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Responsive CSS design with media queries and CSS Grid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Using CDN-loaded libraries for zero-install deployment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Headless browser automation for taking screenshots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Generating DOCX and PPTX reports with Python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Structuring a project with components, pages, and context layers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Debugging frontend applications in the browser console</a:t>
            </a:r>
          </a:p>
          <a:p>
            <a:pPr>
              <a:spcAft>
                <a:spcPts val="600"/>
              </a:spcAft>
              <a:defRPr sz="1700">
                <a:solidFill>
                  <a:srgbClr val="C8C8C8"/>
                </a:solidFill>
                <a:latin typeface="Segoe UI"/>
              </a:defRPr>
            </a:pPr>
            <a:r>
              <a:t>Delivering a complete project from concept to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6464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CineBook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C8C8"/>
                </a:solidFill>
                <a:latin typeface="Segoe UI"/>
              </a:defRPr>
            </a:pPr>
            <a:r>
              <a:t>Movie Ticket Booking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389120"/>
            <a:ext cx="30175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6464"/>
                </a:solidFill>
                <a:latin typeface="Segoe UI"/>
              </a:defRPr>
            </a:pPr>
            <a:r>
              <a:t>A Frontend Web Development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