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0" y="164592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7878"/>
                </a:solidFill>
                <a:latin typeface="Segoe UI"/>
              </a:defRPr>
            </a:pPr>
            <a:r>
              <a:t>FINAL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0000"/>
                </a:solidFill>
                <a:latin typeface="Segoe UI"/>
              </a:defRPr>
            </a:pPr>
            <a:r>
              <a:t>CineBook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4747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C3C3C"/>
                </a:solidFill>
                <a:latin typeface="Segoe UI"/>
              </a:defRPr>
            </a:pPr>
            <a:r>
              <a:t>Movie Ticket Booking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389120"/>
            <a:ext cx="3017520" cy="274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87878"/>
                </a:solidFill>
                <a:latin typeface="Segoe UI"/>
              </a:defRPr>
            </a:pPr>
            <a:r>
              <a:t>A Pure Frontend React Single-Page Application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87878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Segoe UI"/>
              </a:defRPr>
            </a:pPr>
            <a:r>
              <a:t>PROJECT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82880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C3C3C"/>
                </a:solidFill>
                <a:latin typeface="Segoe UI"/>
              </a:defRPr>
            </a:pPr>
            <a:r>
              <a:t>Build a fully functional movie ticket booking website</a:t>
            </a:r>
            <a:br/>
            <a:r>
              <a:t>that works entirely in the browser — no installation,</a:t>
            </a:r>
            <a:br/>
            <a:r>
              <a:t>no server, no build tools required.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Create a responsive React SPA using only CDN scripts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Implement hash-based routing without external libraries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Provide real-time seat selection and booking summary</a:t>
            </a:r>
          </a:p>
          <a:p>
            <a:pPr>
              <a:spcAft>
                <a:spcPts val="8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Generate a complete booking workflow from browse to confirm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87878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Segoe UI"/>
              </a:defRPr>
            </a:pPr>
            <a:r>
              <a:t>TECHNOLOGIES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82880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0000"/>
                </a:solidFill>
                <a:latin typeface="Segoe UI"/>
              </a:defRPr>
            </a:pPr>
            <a:r>
              <a:t>Frontend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React 18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ReactDOM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JavaScript (ES5)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HTML5</a:t>
            </a:r>
          </a:p>
          <a:p>
            <a:pPr>
              <a:spcAft>
                <a:spcPts val="1000"/>
              </a:spcAft>
              <a:defRPr sz="1800">
                <a:solidFill>
                  <a:srgbClr val="3C3C3C"/>
                </a:solidFill>
                <a:latin typeface="Segoe UI"/>
              </a:defRPr>
            </a:pPr>
            <a:r>
              <a:t>CSS3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87878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Segoe UI"/>
              </a:defRPr>
            </a:pPr>
            <a:r>
              <a:t>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82880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C3C3C"/>
                </a:solidFill>
                <a:latin typeface="Segoe UI"/>
              </a:defRPr>
            </a:pPr>
            <a:r>
              <a:t>10 Indian movies with posters, ratings, and descriptions</a:t>
            </a:r>
          </a:p>
          <a:p>
            <a:pPr>
              <a:spcAft>
                <a:spcPts val="600"/>
              </a:spcAft>
              <a:defRPr sz="1700">
                <a:solidFill>
                  <a:srgbClr val="3C3C3C"/>
                </a:solidFill>
                <a:latin typeface="Segoe UI"/>
              </a:defRPr>
            </a:pPr>
            <a:r>
              <a:t>Search bar + genre filter for browsing movies</a:t>
            </a:r>
          </a:p>
          <a:p>
            <a:pPr>
              <a:spcAft>
                <a:spcPts val="600"/>
              </a:spcAft>
              <a:defRPr sz="1700">
                <a:solidFill>
                  <a:srgbClr val="3C3C3C"/>
                </a:solidFill>
                <a:latin typeface="Segoe UI"/>
              </a:defRPr>
            </a:pPr>
            <a:r>
              <a:t>Interactive seat map: 7 rows x 12 seats, 15 pre-booked</a:t>
            </a:r>
          </a:p>
          <a:p>
            <a:pPr>
              <a:spcAft>
                <a:spcPts val="600"/>
              </a:spcAft>
              <a:defRPr sz="1700">
                <a:solidFill>
                  <a:srgbClr val="3C3C3C"/>
                </a:solidFill>
                <a:latin typeface="Segoe UI"/>
              </a:defRPr>
            </a:pPr>
            <a:r>
              <a:t>Real-time price breakdown: subtotal, tax, and total</a:t>
            </a:r>
          </a:p>
          <a:p>
            <a:pPr>
              <a:spcAft>
                <a:spcPts val="600"/>
              </a:spcAft>
              <a:defRPr sz="1700">
                <a:solidFill>
                  <a:srgbClr val="3C3C3C"/>
                </a:solidFill>
                <a:latin typeface="Segoe UI"/>
              </a:defRPr>
            </a:pPr>
            <a:r>
              <a:t>Hash-based routing: #/, #/movie/:id, #/booking, etc.</a:t>
            </a:r>
          </a:p>
          <a:p>
            <a:pPr>
              <a:spcAft>
                <a:spcPts val="600"/>
              </a:spcAft>
              <a:defRPr sz="1700">
                <a:solidFill>
                  <a:srgbClr val="3C3C3C"/>
                </a:solidFill>
                <a:latin typeface="Segoe UI"/>
              </a:defRPr>
            </a:pPr>
            <a:r>
              <a:t>Responsive design: mobile, tablet, and desktop layouts</a:t>
            </a:r>
          </a:p>
          <a:p>
            <a:pPr>
              <a:spcAft>
                <a:spcPts val="600"/>
              </a:spcAft>
              <a:defRPr sz="1700">
                <a:solidFill>
                  <a:srgbClr val="3C3C3C"/>
                </a:solidFill>
                <a:latin typeface="Segoe UI"/>
              </a:defRPr>
            </a:pPr>
            <a:r>
              <a:t>Booking history page with past confirmed bookings</a:t>
            </a:r>
          </a:p>
          <a:p>
            <a:pPr>
              <a:spcAft>
                <a:spcPts val="600"/>
              </a:spcAft>
              <a:defRPr sz="1700">
                <a:solidFill>
                  <a:srgbClr val="3C3C3C"/>
                </a:solidFill>
                <a:latin typeface="Segoe UI"/>
              </a:defRPr>
            </a:pPr>
            <a:r>
              <a:t>All movie posters sourced from Wikipedia</a:t>
            </a:r>
          </a:p>
          <a:p>
            <a:pPr>
              <a:spcAft>
                <a:spcPts val="600"/>
              </a:spcAft>
              <a:defRPr sz="1700">
                <a:solidFill>
                  <a:srgbClr val="3C3C3C"/>
                </a:solidFill>
                <a:latin typeface="Segoe UI"/>
              </a:defRPr>
            </a:pPr>
            <a:r>
              <a:t>Zero external runtime dependencies beyond React CDN</a:t>
            </a:r>
          </a:p>
          <a:p>
            <a:pPr>
              <a:spcAft>
                <a:spcPts val="600"/>
              </a:spcAft>
              <a:defRPr sz="1700">
                <a:solidFill>
                  <a:srgbClr val="3C3C3C"/>
                </a:solidFill>
                <a:latin typeface="Segoe UI"/>
              </a:defRPr>
            </a:pPr>
            <a:r>
              <a:t>Works on file:// protocol — open index.html directly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87878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0000"/>
                </a:solidFill>
                <a:latin typeface="Segoe UI"/>
              </a:defRPr>
            </a:pPr>
            <a:r>
              <a:t>WHAT I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828800" cy="36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3C3C3C"/>
                </a:solidFill>
                <a:latin typeface="Segoe UI"/>
              </a:defRPr>
            </a:pPr>
            <a:r>
              <a:t>Building a complete SPA with vanilla React (React.createElement)</a:t>
            </a:r>
          </a:p>
          <a:p>
            <a:pPr>
              <a:spcAft>
                <a:spcPts val="600"/>
              </a:spcAft>
              <a:defRPr sz="1700">
                <a:solidFill>
                  <a:srgbClr val="3C3C3C"/>
                </a:solidFill>
                <a:latin typeface="Segoe UI"/>
              </a:defRPr>
            </a:pPr>
            <a:r>
              <a:t>Hash-based routing pattern without react-router-dom</a:t>
            </a:r>
          </a:p>
          <a:p>
            <a:pPr>
              <a:spcAft>
                <a:spcPts val="600"/>
              </a:spcAft>
              <a:defRPr sz="1700">
                <a:solidFill>
                  <a:srgbClr val="3C3C3C"/>
                </a:solidFill>
                <a:latin typeface="Segoe UI"/>
              </a:defRPr>
            </a:pPr>
            <a:r>
              <a:t>Managing global application state with React Context API</a:t>
            </a:r>
          </a:p>
          <a:p>
            <a:pPr>
              <a:spcAft>
                <a:spcPts val="600"/>
              </a:spcAft>
              <a:defRPr sz="1700">
                <a:solidFill>
                  <a:srgbClr val="3C3C3C"/>
                </a:solidFill>
                <a:latin typeface="Segoe UI"/>
              </a:defRPr>
            </a:pPr>
            <a:r>
              <a:t>Responsive CSS design with media queries and CSS Grid</a:t>
            </a:r>
          </a:p>
          <a:p>
            <a:pPr>
              <a:spcAft>
                <a:spcPts val="600"/>
              </a:spcAft>
              <a:defRPr sz="1700">
                <a:solidFill>
                  <a:srgbClr val="3C3C3C"/>
                </a:solidFill>
                <a:latin typeface="Segoe UI"/>
              </a:defRPr>
            </a:pPr>
            <a:r>
              <a:t>Using CDN-loaded libraries for zero-install deployment</a:t>
            </a:r>
          </a:p>
          <a:p>
            <a:pPr>
              <a:spcAft>
                <a:spcPts val="600"/>
              </a:spcAft>
              <a:defRPr sz="1700">
                <a:solidFill>
                  <a:srgbClr val="3C3C3C"/>
                </a:solidFill>
                <a:latin typeface="Segoe UI"/>
              </a:defRPr>
            </a:pPr>
            <a:r>
              <a:t>Headless browser automation for taking screenshots</a:t>
            </a:r>
          </a:p>
          <a:p>
            <a:pPr>
              <a:spcAft>
                <a:spcPts val="600"/>
              </a:spcAft>
              <a:defRPr sz="1700">
                <a:solidFill>
                  <a:srgbClr val="3C3C3C"/>
                </a:solidFill>
                <a:latin typeface="Segoe UI"/>
              </a:defRPr>
            </a:pPr>
            <a:r>
              <a:t>Generating DOCX and PPTX reports with Python</a:t>
            </a:r>
          </a:p>
          <a:p>
            <a:pPr>
              <a:spcAft>
                <a:spcPts val="600"/>
              </a:spcAft>
              <a:defRPr sz="1700">
                <a:solidFill>
                  <a:srgbClr val="3C3C3C"/>
                </a:solidFill>
                <a:latin typeface="Segoe UI"/>
              </a:defRPr>
            </a:pPr>
            <a:r>
              <a:t>Structuring a project with components, pages, and context layers</a:t>
            </a:r>
          </a:p>
          <a:p>
            <a:pPr>
              <a:spcAft>
                <a:spcPts val="600"/>
              </a:spcAft>
              <a:defRPr sz="1700">
                <a:solidFill>
                  <a:srgbClr val="3C3C3C"/>
                </a:solidFill>
                <a:latin typeface="Segoe UI"/>
              </a:defRPr>
            </a:pPr>
            <a:r>
              <a:t>Debugging frontend applications in the browser console</a:t>
            </a:r>
          </a:p>
          <a:p>
            <a:pPr>
              <a:spcAft>
                <a:spcPts val="600"/>
              </a:spcAft>
              <a:defRPr sz="1700">
                <a:solidFill>
                  <a:srgbClr val="3C3C3C"/>
                </a:solidFill>
                <a:latin typeface="Segoe UI"/>
              </a:defRPr>
            </a:pPr>
            <a:r>
              <a:t>Delivering a complete project from concept to deployment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87878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000000"/>
                </a:solidFill>
                <a:latin typeface="Segoe UI"/>
              </a:defRPr>
            </a:pPr>
            <a:r>
              <a:t>CineBook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C3C3C"/>
                </a:solidFill>
                <a:latin typeface="Segoe UI"/>
              </a:defRPr>
            </a:pPr>
            <a:r>
              <a:t>Movie Ticket Booking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4389120"/>
            <a:ext cx="3017520" cy="274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787878"/>
                </a:solidFill>
                <a:latin typeface="Segoe UI"/>
              </a:defRPr>
            </a:pPr>
            <a:r>
              <a:t>A Frontend Web Development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2120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0000"/>
                </a:solidFill>
                <a:latin typeface="Segoe UI"/>
              </a:defRPr>
            </a:pPr>
            <a:r>
              <a:t>Questions?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283</Words>
  <Application>Microsoft Office PowerPoint</Application>
  <PresentationFormat>Widescreen</PresentationFormat>
  <Paragraphs>48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NANI .</cp:lastModifiedBy>
  <cp:revision>2</cp:revision>
  <dcterms:created xsi:type="dcterms:W3CDTF">2013-01-27T09:14:16Z</dcterms:created>
  <dcterms:modified xsi:type="dcterms:W3CDTF">2026-06-09T05:15:01Z</dcterms:modified>
  <cp:category/>
</cp:coreProperties>
</file>